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6858000" type="screen4x3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theme" Target="theme/theme1.xml"/></Relationships>
</file>

<file path=ppt/slides/_rels/slide1.xml.rels><?xml version="1.0" encoding="UTF-8"?><Relationships xmlns="http://schemas.openxmlformats.org/package/2006/relationships"/>
</file>

<file path=ppt/slides/_rels/slide2.xml.rels><?xml version="1.0" encoding="UTF-8"?><Relationships xmlns="http://schemas.openxmlformats.org/package/2006/relationships"/>
</file>

<file path=ppt/slides/_rels/slide3.xml.rels><?xml version="1.0" encoding="UTF-8"?><Relationships xmlns="http://schemas.openxmlformats.org/package/2006/relationships"/>
</file>

<file path=ppt/slides/_rels/slide4.xml.rels><?xml version="1.0" encoding="UTF-8"?><Relationships xmlns="http://schemas.openxmlformats.org/package/2006/relationships"/>
</file>

<file path=ppt/slides/_rels/slide5.xml.rels><?xml version="1.0" encoding="UTF-8"?><Relationships xmlns="http://schemas.openxmlformats.org/package/2006/relationships"/>
</file>

<file path=ppt/slides/_rels/slide6.xml.rels><?xml version="1.0" encoding="UTF-8"?><Relationships xmlns="http://schemas.openxmlformats.org/package/2006/relationships"/>
</file>

<file path=ppt/slides/_rels/slide7.xml.rels><?xml version="1.0" encoding="UTF-8"?><Relationships xmlns="http://schemas.openxmlformats.org/package/2006/relationships"/>
</file>

<file path=ppt/slides/_rels/slide8.xml.rels><?xml version="1.0" encoding="UTF-8"?><Relationships xmlns="http://schemas.openxmlformats.org/package/2006/relationships"/>
</file>

<file path=ppt/slides/_rels/slide9.xml.rels><?xml version="1.0" encoding="UTF-8"?><Relationships xmlns="http://schemas.openxmlformats.org/package/2006/relationships"/>
</file>

<file path=ppt/slides/_rels/slide10.xml.rels><?xml version="1.0" encoding="UTF-8"?><Relationships xmlns="http://schemas.openxmlformats.org/package/2006/relationships"/>
</file>

<file path=ppt/slides/_rels/slide11.xml.rels><?xml version="1.0" encoding="UTF-8"?><Relationships xmlns="http://schemas.openxmlformats.org/package/2006/relationships"/>
</file>

<file path=ppt/slides/_rels/slide12.xml.rels><?xml version="1.0" encoding="UTF-8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457200"/>
            <a:ext cx="7924800" cy="762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pt-BR" sz="3200" b="1"/>
              <a:t>Capa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14400" y="1524000"/>
            <a:ext cx="7772400" cy="4572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pt-BR" sz="1800"/>
              <a:t>Relatorio Executivo EOR</a:t>
            </a:r>
          </a:p>
          <a:p>
            <a:r>
              <a:rPr lang="pt-BR" sz="1800"/>
              <a:t>Atencao executiva</a:t>
            </a:r>
          </a:p>
          <a:p>
            <a:r>
              <a:rPr lang="pt-BR" sz="1800"/>
              <a:t>Confidencial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457200"/>
            <a:ext cx="7924800" cy="762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pt-BR" sz="3200" b="1"/>
              <a:t>Executive Brief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14400" y="1524000"/>
            <a:ext cx="7772400" cy="4572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pt-BR" sz="1800"/>
              <a:t>Status: Atencao executiva</a:t>
            </a:r>
          </a:p>
          <a:p>
            <a:r>
              <a:rPr lang="pt-BR" sz="1800"/>
              <a:t>Score: 50</a:t>
            </a:r>
          </a:p>
          <a:p>
            <a:r>
              <a:rPr lang="pt-BR" sz="1800"/>
              <a:t>Foram analisados 8 cards, com 4 vencidos, 3 sem responsavel e 5 com descricao incompleta. O score operacional ficou em 50/100, indicando onde a gestao deve priorizar replanejamento, ownership e qualidade de entrada.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457200"/>
            <a:ext cx="7924800" cy="762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pt-BR" sz="3200" b="1"/>
              <a:t>Operational Scorecard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14400" y="1524000"/>
            <a:ext cx="7772400" cy="4572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pt-BR" sz="1800"/>
              <a:t>Score operacional: 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457200"/>
            <a:ext cx="7924800" cy="762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pt-BR" sz="3200" b="1"/>
              <a:t>KPIs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14400" y="1524000"/>
            <a:ext cx="7772400" cy="4572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pt-BR" sz="1800"/>
              <a:t>Cards analisados: 8 (informativo)</a:t>
            </a:r>
          </a:p>
          <a:p>
            <a:r>
              <a:rPr lang="pt-BR" sz="1800"/>
              <a:t>SLA compliance: 50% (critico)</a:t>
            </a:r>
          </a:p>
          <a:p>
            <a:r>
              <a:rPr lang="pt-BR" sz="1800"/>
              <a:t>Cards vencidos: 4 (critico)</a:t>
            </a:r>
          </a:p>
          <a:p>
            <a:r>
              <a:rPr lang="pt-BR" sz="1800"/>
              <a:t>Sem responsavel: 3 (critico)</a:t>
            </a:r>
          </a:p>
          <a:p>
            <a:r>
              <a:rPr lang="pt-BR" sz="1800"/>
              <a:t>Descricoes incompletas: 5 (critico)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457200"/>
            <a:ext cx="7924800" cy="762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pt-BR" sz="3200" b="1"/>
              <a:t>Top 3 Drivers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14400" y="1524000"/>
            <a:ext cx="7772400" cy="4572000"/>
          </a:xfrm>
          <a:prstGeom prst="rect">
            <a:avLst/>
          </a:prstGeom>
          <a:noFill/>
        </p:spPr>
        <p:txBody>
          <a:bodyPr wrap="square"/>
          <a:lstStyle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457200"/>
            <a:ext cx="7924800" cy="762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pt-BR" sz="3200" b="1"/>
              <a:t>Gargalos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14400" y="1524000"/>
            <a:ext cx="7772400" cy="4572000"/>
          </a:xfrm>
          <a:prstGeom prst="rect">
            <a:avLst/>
          </a:prstGeom>
          <a:noFill/>
        </p:spPr>
        <p:txBody>
          <a:bodyPr wrap="square"/>
          <a:lstStyle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457200"/>
            <a:ext cx="7924800" cy="762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pt-BR" sz="3200" b="1"/>
              <a:t>Riscos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14400" y="1524000"/>
            <a:ext cx="7772400" cy="4572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pt-BR" sz="1800"/>
              <a:t>Incidente ERP financeiro vencido</a:t>
            </a:r>
          </a:p>
          <a:p>
            <a:r>
              <a:rPr lang="pt-BR" sz="1800"/>
              <a:t>Integracao fiscal sem responsavel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457200"/>
            <a:ext cx="7924800" cy="762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pt-BR" sz="3200" b="1"/>
              <a:t>Oportunidades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14400" y="1524000"/>
            <a:ext cx="7772400" cy="4572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pt-BR" sz="1800"/>
              <a:t>Padronizar tratamento de incidentes vencidos</a:t>
            </a:r>
          </a:p>
          <a:p>
            <a:r>
              <a:rPr lang="pt-BR" sz="1800"/>
              <a:t>Melhorar qualidade das descricoes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457200"/>
            <a:ext cx="7924800" cy="762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pt-BR" sz="3200" b="1"/>
              <a:t>Decisões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14400" y="1524000"/>
            <a:ext cx="7772400" cy="4572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pt-BR" sz="1800"/>
              <a:t>Repriorizar cards vencidos.</a:t>
            </a:r>
          </a:p>
          <a:p>
            <a:r>
              <a:rPr lang="pt-BR" sz="1800"/>
              <a:t>Atribuir responsaveis para cards sem dono.</a:t>
            </a:r>
          </a:p>
          <a:p>
            <a:r>
              <a:rPr lang="pt-BR" sz="1800"/>
              <a:t>Exigir descricao minima.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457200"/>
            <a:ext cx="7924800" cy="762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pt-BR" sz="3200" b="1"/>
              <a:t>Plano de Ação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14400" y="1524000"/>
            <a:ext cx="7772400" cy="4572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pt-BR" sz="1800"/>
              <a:t>Replanejar cards vencidos.</a:t>
            </a:r>
          </a:p>
          <a:p>
            <a:r>
              <a:rPr lang="pt-BR" sz="1800"/>
              <a:t>Atribuir responsaveis para cards sem dono.</a:t>
            </a:r>
          </a:p>
          <a:p>
            <a:r>
              <a:rPr lang="pt-BR" sz="1800"/>
              <a:t>Aplicar checklist minimo nas novas demandas.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457200"/>
            <a:ext cx="7924800" cy="762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pt-BR" sz="3200" b="1"/>
              <a:t>Próximos Passos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14400" y="1524000"/>
            <a:ext cx="7772400" cy="4572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pt-BR" sz="1800"/>
              <a:t>Replanejar cards vencidos.</a:t>
            </a:r>
          </a:p>
          <a:p>
            <a:r>
              <a:rPr lang="pt-BR" sz="1800"/>
              <a:t>Atribuir responsaveis para cards sem dono.</a:t>
            </a:r>
          </a:p>
          <a:p>
            <a:r>
              <a:rPr lang="pt-BR" sz="1800"/>
              <a:t>Aplicar checklist minimo nas novas demandas.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457200"/>
            <a:ext cx="7924800" cy="762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pt-BR" sz="3200" b="1"/>
              <a:t>Encerramento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14400" y="1524000"/>
            <a:ext cx="7772400" cy="4572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pt-BR" sz="1800"/>
              <a:t>Executive Operation Report</a:t>
            </a:r>
          </a:p>
          <a:p>
            <a:r>
              <a:rPr lang="pt-BR" sz="1800"/>
              <a:t>Versao 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OR">
  <a:themeElements>
    <a:clrScheme name="EOR">
      <a:dk1>
        <a:srgbClr val="111827"/>
      </a:dk1>
      <a:lt1>
        <a:srgbClr val="FFFFFF"/>
      </a:lt1>
      <a:accent1>
        <a:srgbClr val="2563EB"/>
      </a:accent1>
    </a:clrScheme>
    <a:fontScheme name="EOR">
      <a:majorFont>
        <a:latin typeface="Aptos"/>
      </a:majorFont>
      <a:minorFont>
        <a:latin typeface="Aptos"/>
      </a:minorFont>
    </a:fontScheme>
    <a:fmtScheme name="EOR"/>
  </a:themeElements>
</a:theme>
</file>