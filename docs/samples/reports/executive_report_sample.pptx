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pela decisao que a gestao precisa tomar hoje e pelo risco se nada mudar.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o scorecard para separar saude operacional, risco e maturidade.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Comparar periodo atual, periodo anterior e historico antes de discutir plano.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Executive Brief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A operacao de suporte B2B esta sob pressao de SLA: metade do recorte esta vencida, 37,5% dos cards nao possuem responsavel e a qualidade das descricoes limita a triagem.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Repriorizar incidentes vencidos ainda hoje.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Definir responsaveis para todos os cards em ate 24h.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Exigir descricao minima para novas demandas em 7 dias.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História Executiva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O periodo analisou 8 cards da operacao de suporte B2B. O principal desvio foi a concentracao de 4 cards vencidos, combinada a 3 cards sem responsavel e 5 descricoes incompletas. Isso reduz previsibilidade, aumenta risco de SLA e obriga a gestao a decidir hoje quais incidentes serao replanejados, quem assume cada demanda e qual padrao minimo de abertura sera exigido.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581144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9087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50%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Scorecard Executivo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Score geral 72 (atencao)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Saude Operacional: 68 - 4 de 8 cards vencidos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Qualidade: 62 - 5 descricoes incompletas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Produtividade: 74 - 8 cards no recorte com plano de acao definido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581144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9087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Comunicacao: 70 - comentarios existem, mas nao fecham todas as decisoes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239512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Documentacao: 58 - descricoes incompletas limitam rastreabilidade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Benchmark Interno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SLA, ownership e documentacao pioraram no periodo; comunicacao ficou estavel.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SLA compliance: piorou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Cards vencidos: piorou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Cards sem responsavel: piorou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581144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690872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Comentarios conclusivos: estavel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Top 3 Drivers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Cards vencidos concentram risco operacional; Descricoes incompletas limitam decisao; Cards sem responsavel reduzem accountability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4 de 8 cards estao abertos e vencidos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5 descricoes incompletas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3 cards sem responsavel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Decisões Prioritárias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Repriorizar cards vencidos.; Atribuir responsaveis para cards sem dono.; Exigir descricao minima.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4 cards vencidos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3 cards sem responsavel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5 descricoes incompletas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Riscos se Nada Mudar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Risco crescente de rompimento de SLA se os vencidos nao forem tratados.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overdue_open_cards=4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Plano de 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Replanejar cards vencidos.; Atribuir responsaveis para cards sem dono.; Aplicar checklist minimo nas novas demandas.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606040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15768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4 cards vencidos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3264408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74136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3 cards sem responsavel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3922776"/>
            <a:ext cx="10789920" cy="530352"/>
          </a:xfrm>
          <a:prstGeom prst="rect">
            <a:avLst/>
          </a:prstGeom>
          <a:solidFill>
            <a:srgbClr val="E2E8F0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032504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11827"/>
                </a:solidFill>
              </a:defRPr>
            </a:pPr>
            <a:r>
              <a:t>5 descricoes incompletas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0F172A"/>
                </a:solidFill>
              </a:defRPr>
            </a:pPr>
            <a:r>
              <a:t>Diagnostico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087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F2937"/>
                </a:solidFill>
              </a:defRPr>
            </a:pPr>
            <a:r>
              <a:t>Sem resumo executivo para este recorte.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